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Snap2Store 입니다. 팔 물건을 사진 찍어 올리면 자율 에이전트가 네이버 스마트스토어 등록을 끝까지 수행합니다. 사람은 첫 입력 이후 아무것도 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스마트스토어 상품 하나를 살리려면 이 열 칸이 전부 채워져야 합니다. 대표 이미지부터 정보제공고시까지. 개인 판매자는 바로 이 열 칸 때문에 등록을 포기합니다.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그런데 더 어려운 건 칸의 개수가 아니라 순서입니다. 상품 정체가 확정돼야 카테고리를 찾을 수 있고, 카테고리가 정해져야 고시 유형과 KC 대상 여부가 나옵니다. 이 의존 그래프를 사람 대신 밟는 것이 이 에이전트가 하는 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YAI  ×  OpenAI      AGENT:24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05156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150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Snap2Store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85800" y="2286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Snap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139696" y="2569464"/>
            <a:ext cx="914400" cy="0"/>
          </a:xfrm>
          <a:prstGeom prst="line">
            <a:avLst/>
          </a:prstGeom>
          <a:noFill/>
          <a:ln w="28575">
            <a:solidFill>
              <a:srgbClr val="3160F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00400" y="2359152"/>
            <a:ext cx="420624" cy="420624"/>
          </a:xfrm>
          <a:prstGeom prst="roundRect">
            <a:avLst>
              <a:gd name="adj" fmla="val 26087"/>
            </a:avLst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2359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730752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Smartstore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312724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AD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사진만 올리면 상품명 · 가격 · 상세페이지까지 만들어 스마트스토어에 등록합니다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404164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160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사람은 첫 입력 이후 아무것도 하지 않습니다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800" b="1" spc="-80" kern="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상품 하나를 살리려면</a:t>
            </a:r>
            <a:endParaRPr lang="en-US" sz="28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800" b="1" spc="-80" kern="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 칸이 전부 차야 합니다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9385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E596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하나라도 비면 상품이 노출되지 않거나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E596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등록 자체가 거절됩니다.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27432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3160F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755648" y="28529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33D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개인 판매자가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33D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등록을 포기하는 이유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58384" y="658368"/>
            <a:ext cx="1572768" cy="603504"/>
          </a:xfrm>
          <a:prstGeom prst="roundRect">
            <a:avLst>
              <a:gd name="adj" fmla="val 15152"/>
            </a:avLst>
          </a:prstGeom>
          <a:solidFill>
            <a:srgbClr val="F7F8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58384" y="658368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D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대표 이미지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059168" y="658368"/>
            <a:ext cx="1572768" cy="603504"/>
          </a:xfrm>
          <a:prstGeom prst="roundRect">
            <a:avLst>
              <a:gd name="adj" fmla="val 15152"/>
            </a:avLst>
          </a:prstGeom>
          <a:solidFill>
            <a:srgbClr val="F7F8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59168" y="658368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D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추가 컷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58384" y="1389888"/>
            <a:ext cx="1572768" cy="603504"/>
          </a:xfrm>
          <a:prstGeom prst="roundRect">
            <a:avLst>
              <a:gd name="adj" fmla="val 15152"/>
            </a:avLst>
          </a:prstGeom>
          <a:solidFill>
            <a:srgbClr val="F7F8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58384" y="1389888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D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상품명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059168" y="1389888"/>
            <a:ext cx="1572768" cy="603504"/>
          </a:xfrm>
          <a:prstGeom prst="roundRect">
            <a:avLst>
              <a:gd name="adj" fmla="val 15152"/>
            </a:avLst>
          </a:prstGeom>
          <a:solidFill>
            <a:srgbClr val="F7F8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59168" y="1389888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D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카테고리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358384" y="2121408"/>
            <a:ext cx="1572768" cy="603504"/>
          </a:xfrm>
          <a:prstGeom prst="roundRect">
            <a:avLst>
              <a:gd name="adj" fmla="val 15152"/>
            </a:avLst>
          </a:prstGeom>
          <a:solidFill>
            <a:srgbClr val="F7F8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58384" y="2121408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D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판매가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59168" y="2121408"/>
            <a:ext cx="1572768" cy="603504"/>
          </a:xfrm>
          <a:prstGeom prst="roundRect">
            <a:avLst>
              <a:gd name="adj" fmla="val 15152"/>
            </a:avLst>
          </a:prstGeom>
          <a:solidFill>
            <a:srgbClr val="F7F8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2121408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D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상세페이지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358384" y="2852928"/>
            <a:ext cx="1572768" cy="603504"/>
          </a:xfrm>
          <a:prstGeom prst="roundRect">
            <a:avLst>
              <a:gd name="adj" fmla="val 15152"/>
            </a:avLst>
          </a:prstGeom>
          <a:solidFill>
            <a:srgbClr val="F7F8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8384" y="2852928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D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태그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059168" y="2852928"/>
            <a:ext cx="1572768" cy="603504"/>
          </a:xfrm>
          <a:prstGeom prst="roundRect">
            <a:avLst>
              <a:gd name="adj" fmla="val 15152"/>
            </a:avLst>
          </a:prstGeom>
          <a:solidFill>
            <a:srgbClr val="F7F8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59168" y="2852928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D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원산지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58384" y="3584448"/>
            <a:ext cx="1572768" cy="603504"/>
          </a:xfrm>
          <a:prstGeom prst="roundRect">
            <a:avLst>
              <a:gd name="adj" fmla="val 15152"/>
            </a:avLst>
          </a:prstGeom>
          <a:solidFill>
            <a:srgbClr val="F7F8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58384" y="3584448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D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KC 인증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059168" y="3584448"/>
            <a:ext cx="1572768" cy="603504"/>
          </a:xfrm>
          <a:prstGeom prst="roundRect">
            <a:avLst>
              <a:gd name="adj" fmla="val 15152"/>
            </a:avLst>
          </a:prstGeom>
          <a:solidFill>
            <a:srgbClr val="F7F8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9168" y="3584448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D4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정보제공고시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80" kern="0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더 어려운 건 칸이 아니라 순서입니다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E596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칸들은 서로 물려 있습니다. 앞을 정하지 못하면 뒤를 채울 수 없습니다.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2395728" cy="1024128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81051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상품 정체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8096" y="217627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이게 무슨 물건인가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35808" y="2139696"/>
            <a:ext cx="256032" cy="0"/>
          </a:xfrm>
          <a:prstGeom prst="line">
            <a:avLst/>
          </a:prstGeom>
          <a:noFill/>
          <a:ln w="25400">
            <a:solidFill>
              <a:srgbClr val="3160F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64992" y="1627632"/>
            <a:ext cx="2395728" cy="1024128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81051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카테고리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66160" y="217627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어느 매대에 놓이는가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33872" y="2139696"/>
            <a:ext cx="256032" cy="0"/>
          </a:xfrm>
          <a:prstGeom prst="line">
            <a:avLst/>
          </a:prstGeom>
          <a:noFill/>
          <a:ln w="25400">
            <a:solidFill>
              <a:srgbClr val="3160F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63056" y="1627632"/>
            <a:ext cx="2395728" cy="1024128"/>
          </a:xfrm>
          <a:prstGeom prst="roundRect">
            <a:avLst>
              <a:gd name="adj" fmla="val 10714"/>
            </a:avLst>
          </a:prstGeom>
          <a:solidFill>
            <a:srgbClr val="F7F8FA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181051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F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고시 · KC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64224" y="217627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무엇을 표시해야 하는가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288036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4E596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시장에서 실제로 쓰는 어휘를 알아야 검색되는 상품명을 쓸 수 있고,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4E596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카테고리가 정해져야 고시 유형과 KC 대상 여부가 나옵니다.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840480"/>
            <a:ext cx="8010144" cy="841248"/>
          </a:xfrm>
          <a:prstGeom prst="roundRect">
            <a:avLst>
              <a:gd name="adj" fmla="val 15217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40480"/>
            <a:ext cx="7315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의존 그래프를 사람 대신 밟는 것이, 이 에이전트의 일입니다.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Snap2Store — YAI x OpenAI AGENT:24</dc:title>
  <dc:subject>PptxGenJS Presentation</dc:subject>
  <dc:creator>Snap2Store</dc:creator>
  <cp:lastModifiedBy>Snap2Store</cp:lastModifiedBy>
  <cp:revision>1</cp:revision>
  <dcterms:created xsi:type="dcterms:W3CDTF">2026-08-01T19:36:27Z</dcterms:created>
  <dcterms:modified xsi:type="dcterms:W3CDTF">2026-08-01T19:36:27Z</dcterms:modified>
</cp:coreProperties>
</file>